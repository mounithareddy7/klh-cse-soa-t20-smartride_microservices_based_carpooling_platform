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904" r:id="rId3"/>
    <p:sldId id="905" r:id="rId4"/>
    <p:sldId id="906" r:id="rId5"/>
    <p:sldId id="907" r:id="rId6"/>
    <p:sldId id="908" r:id="rId7"/>
    <p:sldId id="257" r:id="rId8"/>
    <p:sldId id="903" r:id="rId9"/>
    <p:sldId id="90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83099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Project Design, Methodology &amp; Technical Implementation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515082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lvl="0"/>
                      <a:r>
                        <a:rPr lang="en-IN" sz="1600" dirty="0"/>
                        <a:t>Raavi Jahnavi — 2420030173 </a:t>
                      </a:r>
                    </a:p>
                    <a:p>
                      <a:pPr lvl="0"/>
                      <a:r>
                        <a:rPr lang="en-IN" sz="1600" dirty="0"/>
                        <a:t>Sagar Mounitha Thirumala Reddy — 2420030330 </a:t>
                      </a:r>
                    </a:p>
                    <a:p>
                      <a:pPr lvl="0"/>
                      <a:r>
                        <a:rPr lang="en-IN" sz="1600" dirty="0" err="1"/>
                        <a:t>SriHansika</a:t>
                      </a:r>
                      <a:r>
                        <a:rPr lang="en-IN" sz="1600" dirty="0"/>
                        <a:t> Saraf — 2420030556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10743"/>
              </p:ext>
            </p:extLst>
          </p:nvPr>
        </p:nvGraphicFramePr>
        <p:xfrm>
          <a:off x="-795813" y="4774125"/>
          <a:ext cx="5902325" cy="146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Ms.Navyatha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Ravi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9176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/>
              <a:t>CARPOOLING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dirty="0"/>
              <a:t>Project Review – 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3E94-D90D-1D55-931A-5A14D320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10E5E-99D3-6589-BE0A-A952DA5DAA77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1FE351-C250-7501-31CB-EFE218BD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6BA76-5F08-FA7D-F96B-02D3AA893116}"/>
              </a:ext>
            </a:extLst>
          </p:cNvPr>
          <p:cNvSpPr txBox="1"/>
          <p:nvPr/>
        </p:nvSpPr>
        <p:spPr>
          <a:xfrm>
            <a:off x="653141" y="1918625"/>
            <a:ext cx="1133202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Carpooling Platform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web-based application designed to connect drivers and passengers travelling along similar routes.</a:t>
            </a: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supports: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creation and management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search and seat availability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Ride booking and cancellation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and booking management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authentication and authorization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97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58134-C333-9509-F91F-ADC024B3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877F4A-C690-8B7D-350C-7569DDA5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03E2CA-931A-304E-0273-1B14F9592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6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9AA73-1003-FD38-A0C3-E28B5227C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83507B-FE09-AAF5-CA31-A9B274196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33B5F3-4966-663B-1AF7-0B08335C2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79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8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631FE-4335-D42C-9874-4E3227F6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B755F-4D19-C604-8A82-784C1B43F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C1C09-7A97-431F-1D81-A39A0486F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0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98F9E-BD32-1F87-7F8E-FAF8B65D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8639A-859D-53B8-9DEC-7A2431404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956E05-A463-4F39-5415-D9EFAEF97CD6}"/>
              </a:ext>
            </a:extLst>
          </p:cNvPr>
          <p:cNvSpPr txBox="1"/>
          <p:nvPr/>
        </p:nvSpPr>
        <p:spPr>
          <a:xfrm>
            <a:off x="2359040" y="311275"/>
            <a:ext cx="9364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Incremental development of independent microservices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551F7-5A9C-244C-4D9D-6E793DD86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382"/>
            <a:ext cx="12192000" cy="36262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5B2CE7-048D-F9D8-E1E6-169FE3CC4973}"/>
              </a:ext>
            </a:extLst>
          </p:cNvPr>
          <p:cNvSpPr txBox="1"/>
          <p:nvPr/>
        </p:nvSpPr>
        <p:spPr>
          <a:xfrm>
            <a:off x="598714" y="4560116"/>
            <a:ext cx="94220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Requirements</a:t>
            </a:r>
            <a:r>
              <a:rPr lang="en-IN" dirty="0"/>
              <a:t> — Identify user, ride and booking needs.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System Design</a:t>
            </a:r>
            <a:r>
              <a:rPr lang="en-IN" dirty="0"/>
              <a:t> — Define microservices and architecture.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Service Development</a:t>
            </a:r>
            <a:r>
              <a:rPr lang="en-IN" dirty="0"/>
              <a:t> — Develop independent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API Integration</a:t>
            </a:r>
            <a:r>
              <a:rPr lang="en-IN" dirty="0"/>
              <a:t> — Connect services using REST APIs.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Authentication &amp; Security</a:t>
            </a:r>
            <a:r>
              <a:rPr lang="en-IN" dirty="0"/>
              <a:t> — Apply JWT and role-based access.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Testing &amp; Validation</a:t>
            </a:r>
            <a:r>
              <a:rPr lang="en-IN" dirty="0"/>
              <a:t> — Verify APIs and service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876561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320FAD-A3EA-D0A6-6601-E1BF9F3A6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1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847F86-6546-2907-FE38-1FEE7612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6D100-547D-A26B-238B-A695B901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B3FD76-7587-2278-5BE8-34D01366E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38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D4EC17-95E9-262E-616C-DCA897CE2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157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Jahnavi Raavi</cp:lastModifiedBy>
  <cp:revision>35</cp:revision>
  <dcterms:created xsi:type="dcterms:W3CDTF">2026-08-08T06:33:56Z</dcterms:created>
  <dcterms:modified xsi:type="dcterms:W3CDTF">2026-10-01T06:00:23Z</dcterms:modified>
</cp:coreProperties>
</file>