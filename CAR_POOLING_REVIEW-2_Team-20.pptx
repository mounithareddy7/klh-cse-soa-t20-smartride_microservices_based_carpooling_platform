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2" r:id="rId2"/>
    <p:sldId id="904" r:id="rId3"/>
    <p:sldId id="905" r:id="rId4"/>
    <p:sldId id="906" r:id="rId5"/>
    <p:sldId id="907" r:id="rId6"/>
    <p:sldId id="908" r:id="rId7"/>
    <p:sldId id="257" r:id="rId8"/>
    <p:sldId id="903" r:id="rId9"/>
    <p:sldId id="90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666E0-C270-4F2D-A5DC-96BE795B540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9044B-B5AF-477C-950C-4ED5126343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4AE20-9EAE-4BB7-93AC-7EFA05BCA1CF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7473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2BE77-A6B4-BF9A-F59F-6A1C17E6D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4D497-63DE-C270-40A4-331A37D0B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C3A-1739-D230-186B-84454F60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3778-C058-1235-D3A3-7BCFF3CD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A1708-DD63-B8A6-CDE5-A057B2CF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9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0280-1254-E679-102E-D8CC13C8C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84D78-2E62-1C74-D557-5115FDC2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02B77-F303-2F09-80CB-35B74D2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359BF-B012-085F-389A-331E721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0460-9CE8-D43D-79E7-A7A9144A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D46-3DEF-526E-5F46-4ADACBEC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A517A-D5B3-3AF2-38BE-1D8998813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02125-0289-3272-156D-A3C31E848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971A6-CC5A-CC09-A1F2-E284284E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98D5-FC90-9DA1-FE2F-D07DEDDA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9433-0D52-95EF-D78E-4FC912D4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A2DAE-6EF3-6910-5373-1A5DF4090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1AE70-38B9-B797-DE71-57CAE4C82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5E50E-F402-07A4-460F-3431CA9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D7A32-7B4B-0167-CBD3-4FB4F42F7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B928D-DF00-B9C5-1A36-1E52C14C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FE06-EEED-5CC3-A38A-576DD2C8A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0BA8C-9EDE-BB49-BD35-49BAFCB8D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D39-7D2C-4493-F56F-81F6BC3F9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469B-6213-D34D-07A9-FCDC82AC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440F3-3F2D-85CC-D2E2-6D0D54B8A2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346DE1-9818-60AF-EAF8-FFED39BA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5E9E00-6460-F360-EDFD-B03FBA2C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FFDD7-5BFE-EA3B-6250-A381A569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E0FC-511C-2C2C-E510-CDDF2634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96671-3C71-777F-3A4D-A89D7E5D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024A6A-95A8-2753-339B-FC09D4CA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E07AF-B1A0-E180-D5AC-3F2F0031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66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27A8-9BA5-6E6B-9B96-E6F6FADC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AB8C98-6C07-7CF9-228C-EF7E6514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7070-DD15-038E-31F6-EF9EAD92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2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8049-15BD-A06B-510D-51342C765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7F51D-EFF8-F91B-8F7D-613493BF8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686E-4EC3-3B25-F2B1-DEF00AA47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4C9A3-A390-80A1-50AD-21AB6B25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FB16C-3A67-2F8D-2205-B1FF3BE2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137A69-0E62-6668-A184-42A6DBF6B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B01-3CD4-CFD9-5A71-411262FAA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CEFF8-AB3F-42A6-ADAF-1080336CC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14F7C-5D5A-7C5D-50F2-B5067E1E6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767C3-2493-217A-8E1D-03F6BBB4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FEBF7-64BD-7F85-1240-C02E3705B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4DB1-56E3-B1C9-BED9-904A25C2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9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BCD61-B1C9-A34D-6022-ADB9D4B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4F7E8-10E7-E6C8-474D-2A06ED501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7D405-5D32-C40F-1430-5F5A97DD4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9955A-6D2E-8ABB-AF09-EC9590F01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1B21-A5D1-C625-FE7B-A0232576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86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99036-2042-AC93-5117-4059611F3C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DD23D-712F-710C-F8D8-B4B2B3E05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95516-E45F-6DA1-08EA-04E781DF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71DB9-D5C7-9EFA-0532-06B0BAAF4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35D92-5A89-BE34-CC33-93F56B3E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11898-360B-AD49-DD62-FA3B7B662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2BE89-A274-4461-2B81-505874463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2A70-C1DC-D783-67E1-97822E79A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27863A-4956-4659-9192-3D74DA4F757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5D01A-229C-E067-7B4E-BC254D654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41767-E51C-1DAB-E3C8-F047E87A8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63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00C0830-A1CA-96AE-68D2-18C57ABE4802}"/>
              </a:ext>
            </a:extLst>
          </p:cNvPr>
          <p:cNvSpPr txBox="1"/>
          <p:nvPr/>
        </p:nvSpPr>
        <p:spPr>
          <a:xfrm>
            <a:off x="2995612" y="2868213"/>
            <a:ext cx="6200774" cy="830997"/>
          </a:xfrm>
          <a:prstGeom prst="rect">
            <a:avLst/>
          </a:prstGeom>
          <a:noFill/>
          <a:effectLst>
            <a:glow rad="1397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en-IN" sz="2400" dirty="0"/>
              <a:t>Project Design, Methodology &amp; Technical Implementation</a:t>
            </a:r>
            <a:endParaRPr lang="en-IN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D22BC4D-4857-7D81-7819-37B7BB426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515082"/>
              </p:ext>
            </p:extLst>
          </p:nvPr>
        </p:nvGraphicFramePr>
        <p:xfrm>
          <a:off x="8193271" y="4898509"/>
          <a:ext cx="3702050" cy="1310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02050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</a:tblGrid>
              <a:tr h="7523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Members</a:t>
                      </a:r>
                    </a:p>
                    <a:p>
                      <a:pPr lvl="0"/>
                      <a:r>
                        <a:rPr lang="en-IN" sz="1600" dirty="0"/>
                        <a:t>Raavi Jahnavi — 2420030173 </a:t>
                      </a:r>
                    </a:p>
                    <a:p>
                      <a:pPr lvl="0"/>
                      <a:r>
                        <a:rPr lang="en-IN" sz="1600" dirty="0"/>
                        <a:t>Sagar Mounitha Thirumala Reddy — 2420030330 </a:t>
                      </a:r>
                    </a:p>
                    <a:p>
                      <a:pPr lvl="0"/>
                      <a:r>
                        <a:rPr lang="en-IN" sz="1600" dirty="0" err="1"/>
                        <a:t>SriHansika</a:t>
                      </a:r>
                      <a:r>
                        <a:rPr lang="en-IN" sz="1600" dirty="0"/>
                        <a:t> Saraf — 2420030556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B5A8CA37-C090-A9D8-75D0-A7A7D5DEBE24}"/>
              </a:ext>
            </a:extLst>
          </p:cNvPr>
          <p:cNvGrpSpPr/>
          <p:nvPr/>
        </p:nvGrpSpPr>
        <p:grpSpPr>
          <a:xfrm>
            <a:off x="8038280" y="4765558"/>
            <a:ext cx="230240" cy="232995"/>
            <a:chOff x="1567861" y="1613059"/>
            <a:chExt cx="230240" cy="232995"/>
          </a:xfrm>
          <a:solidFill>
            <a:srgbClr val="FF66FF"/>
          </a:solidFill>
        </p:grpSpPr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48399A6-AAB5-B502-9670-34E0FCDF5541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67E59050-351C-0873-0298-AB77EA522C22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091FADF-77DB-CB1D-CD72-56C53CF76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010743"/>
              </p:ext>
            </p:extLst>
          </p:nvPr>
        </p:nvGraphicFramePr>
        <p:xfrm>
          <a:off x="-795813" y="4774125"/>
          <a:ext cx="5902325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3565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  <a:gridCol w="4528760">
                  <a:extLst>
                    <a:ext uri="{9D8B030D-6E8A-4147-A177-3AD203B41FA5}">
                      <a16:colId xmlns:a16="http://schemas.microsoft.com/office/drawing/2014/main" val="1330242319"/>
                    </a:ext>
                  </a:extLst>
                </a:gridCol>
              </a:tblGrid>
              <a:tr h="1332118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IN" sz="5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 the Guidance of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Ms.Navyatha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 Ravi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Department of </a:t>
                      </a:r>
                      <a:r>
                        <a:rPr lang="en-US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Computer Science and Engineering, 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KLH CSE Bowrampet Campus</a:t>
                      </a:r>
                      <a:endParaRPr lang="en-US" sz="16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A67E7A6-1F33-FBD3-09B8-F35F17C8F890}"/>
              </a:ext>
            </a:extLst>
          </p:cNvPr>
          <p:cNvGrpSpPr/>
          <p:nvPr/>
        </p:nvGrpSpPr>
        <p:grpSpPr>
          <a:xfrm>
            <a:off x="442519" y="4562547"/>
            <a:ext cx="230240" cy="232995"/>
            <a:chOff x="1567861" y="1613059"/>
            <a:chExt cx="230240" cy="232995"/>
          </a:xfrm>
          <a:solidFill>
            <a:srgbClr val="00B0F0"/>
          </a:solidFill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E269535-B3A3-75F2-310C-D43D8AC3F905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FA8E9237-F9D3-FB94-D6EB-94D77AEFD506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C1554CCE-4DF8-89E6-E0F6-3C2A1439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b="1" dirty="0"/>
              <a:t>Date</a:t>
            </a:r>
            <a:endParaRPr lang="en-IN" b="1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8FB49AA0-2464-6225-6B6C-063F9A6E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b="1" dirty="0"/>
              <a:t>SOA Project Review-1</a:t>
            </a:r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28F834F9-83AA-E3F9-773A-4B7A83B3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E5F681-D3B5-BC4B-8AA4-5688DCEEFB44}"/>
              </a:ext>
            </a:extLst>
          </p:cNvPr>
          <p:cNvSpPr/>
          <p:nvPr/>
        </p:nvSpPr>
        <p:spPr>
          <a:xfrm>
            <a:off x="638175" y="769267"/>
            <a:ext cx="10915650" cy="985640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82FAE-AFAF-27B2-2591-CFAF7695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D4CF64F-3FB6-0CE4-B778-63C5D5A1D343}"/>
              </a:ext>
            </a:extLst>
          </p:cNvPr>
          <p:cNvSpPr txBox="1"/>
          <p:nvPr/>
        </p:nvSpPr>
        <p:spPr>
          <a:xfrm>
            <a:off x="738187" y="999176"/>
            <a:ext cx="107156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2800" dirty="0" err="1"/>
              <a:t>SmartRide</a:t>
            </a:r>
            <a:r>
              <a:rPr lang="en-IN" sz="2800"/>
              <a:t> – Microservices-Based Carpooling Platform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Poppins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5BC1A0-FDE4-1557-375E-6E0BD69BC77B}"/>
              </a:ext>
            </a:extLst>
          </p:cNvPr>
          <p:cNvSpPr txBox="1"/>
          <p:nvPr/>
        </p:nvSpPr>
        <p:spPr>
          <a:xfrm>
            <a:off x="738187" y="2246806"/>
            <a:ext cx="107156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200" dirty="0"/>
              <a:t>Project Review – 2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602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33E94-D90D-1D55-931A-5A14D320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B10E5E-99D3-6589-BE0A-A952DA5DAA77}"/>
              </a:ext>
            </a:extLst>
          </p:cNvPr>
          <p:cNvSpPr txBox="1"/>
          <p:nvPr/>
        </p:nvSpPr>
        <p:spPr>
          <a:xfrm>
            <a:off x="3991897" y="482232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Overview</a:t>
            </a:r>
            <a:endParaRPr lang="en-US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1FE351-C250-7501-31CB-EFE218BD4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D6BA76-5F08-FA7D-F96B-02D3AA893116}"/>
              </a:ext>
            </a:extLst>
          </p:cNvPr>
          <p:cNvSpPr txBox="1"/>
          <p:nvPr/>
        </p:nvSpPr>
        <p:spPr>
          <a:xfrm>
            <a:off x="653141" y="1918625"/>
            <a:ext cx="11332029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Carpooling Platform</a:t>
            </a: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a web-based application designed to connect drivers and passengers travelling along similar routes.</a:t>
            </a:r>
          </a:p>
          <a:p>
            <a:pPr>
              <a:buNone/>
            </a:pP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None/>
            </a:pP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platform supports: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Ride creation and management</a:t>
            </a: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Ride search and seat availability</a:t>
            </a: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Ride booking and cancellation</a:t>
            </a: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 and booking management</a:t>
            </a:r>
            <a:r>
              <a:rPr lang="en-I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Secure authentication and authorization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0972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58134-C333-9509-F91F-ADC024B3F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877F4A-C690-8B7D-350C-7569DDA5E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03E2CA-931A-304E-0273-1B14F9592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961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9AA73-1003-FD38-A0C3-E28B5227C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83507B-FE09-AAF5-CA31-A9B274196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33B5F3-4966-663B-1AF7-0B08335C2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79" y="0"/>
            <a:ext cx="1942620" cy="62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882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631FE-4335-D42C-9874-4E3227F6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FB755F-4D19-C604-8A82-784C1B43F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7C1C09-7A97-431F-1D81-A39A0486F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604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8F9E-BD32-1F87-7F8E-FAF8B65D5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48639A-859D-53B8-9DEC-7A2431404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D956E05-A463-4F39-5415-D9EFAEF97CD6}"/>
              </a:ext>
            </a:extLst>
          </p:cNvPr>
          <p:cNvSpPr txBox="1"/>
          <p:nvPr/>
        </p:nvSpPr>
        <p:spPr>
          <a:xfrm>
            <a:off x="2359040" y="311275"/>
            <a:ext cx="93648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Incremental development of independent microservices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D551F7-5A9C-244C-4D9D-6E793DD86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3382"/>
            <a:ext cx="12192000" cy="3626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5B2CE7-048D-F9D8-E1E6-169FE3CC4973}"/>
              </a:ext>
            </a:extLst>
          </p:cNvPr>
          <p:cNvSpPr txBox="1"/>
          <p:nvPr/>
        </p:nvSpPr>
        <p:spPr>
          <a:xfrm>
            <a:off x="598714" y="4560116"/>
            <a:ext cx="94220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Requirements</a:t>
            </a:r>
            <a:r>
              <a:rPr lang="en-IN" dirty="0"/>
              <a:t> — Identify user, ride and booking needs.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System Design</a:t>
            </a:r>
            <a:r>
              <a:rPr lang="en-IN" dirty="0"/>
              <a:t> — Define microservices and architecture.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Service Development</a:t>
            </a:r>
            <a:r>
              <a:rPr lang="en-IN" dirty="0"/>
              <a:t> — Develop independent services.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API Integration</a:t>
            </a:r>
            <a:r>
              <a:rPr lang="en-IN" dirty="0"/>
              <a:t> — Connect services using REST APIs.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Authentication &amp; Security</a:t>
            </a:r>
            <a:r>
              <a:rPr lang="en-IN" dirty="0"/>
              <a:t> — Apply JWT and role-based access.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Testing &amp; Validation</a:t>
            </a:r>
            <a:r>
              <a:rPr lang="en-IN" dirty="0"/>
              <a:t> — Verify APIs and service communication.</a:t>
            </a:r>
          </a:p>
        </p:txBody>
      </p:sp>
    </p:spTree>
    <p:extLst>
      <p:ext uri="{BB962C8B-B14F-4D97-AF65-F5344CB8AC3E}">
        <p14:creationId xmlns:p14="http://schemas.microsoft.com/office/powerpoint/2010/main" val="2876561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C8F81-5402-FBBE-D32A-834F3C603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320FAD-A3EA-D0A6-6601-E1BF9F3A6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11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937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AF34-8CFC-8161-A3CD-DED259C92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847F86-6546-2907-FE38-1FEE7612A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782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6D100-547D-A26B-238B-A695B9012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B3FD76-7587-2278-5BE8-34D01366E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838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A2CC-2C9A-D968-2F38-FFC4A7D23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0303AA-CEE8-2513-1736-59CB3A5EF8E4}"/>
              </a:ext>
            </a:extLst>
          </p:cNvPr>
          <p:cNvSpPr txBox="1"/>
          <p:nvPr/>
        </p:nvSpPr>
        <p:spPr>
          <a:xfrm>
            <a:off x="1381398" y="174389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D4EC17-95E9-262E-616C-DCA897CE2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855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160</Words>
  <Application>Microsoft Office PowerPoint</Application>
  <PresentationFormat>Widescreen</PresentationFormat>
  <Paragraphs>33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srikanth ch</dc:creator>
  <cp:lastModifiedBy>Jahnavi Raavi</cp:lastModifiedBy>
  <cp:revision>36</cp:revision>
  <dcterms:created xsi:type="dcterms:W3CDTF">2026-08-08T06:33:56Z</dcterms:created>
  <dcterms:modified xsi:type="dcterms:W3CDTF">2026-10-01T08:55:40Z</dcterms:modified>
</cp:coreProperties>
</file>